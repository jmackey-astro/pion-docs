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87"/>
  </p:normalViewPr>
  <p:slideViewPr>
    <p:cSldViewPr snapToGrid="0" snapToObjects="1">
      <p:cViewPr varScale="1">
        <p:scale>
          <a:sx n="76" d="100"/>
          <a:sy n="76" d="100"/>
        </p:scale>
        <p:origin x="216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09D0-BD44-0849-B046-4033EEC40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3FEA4-DD7A-2C4C-A5A6-487E3B1C3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271C-A628-2C43-AF4F-BC4D83B95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E64-960F-014A-B8BB-E69E7992716E}" type="datetimeFigureOut">
              <a:rPr lang="en-US" smtClean="0"/>
              <a:t>6/2/21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BD379-CD23-8048-9007-8FBE76A1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2B237-6226-7346-BC67-F8A645FC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45B9-2E6E-FF4C-82DF-77B136FB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7D4B-164A-5E45-8F5B-78016B35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24428-28CF-504F-B655-FBEB3F108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1A430-E5F0-7346-8CE7-82D24182A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E64-960F-014A-B8BB-E69E7992716E}" type="datetimeFigureOut">
              <a:rPr lang="en-US" smtClean="0"/>
              <a:t>6/2/21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4ACD9-332F-934B-BE03-117C4737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8764F-096B-AF45-8C5C-F5BC0BD6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45B9-2E6E-FF4C-82DF-77B136FB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50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D0C2-DD36-0145-BD36-13AA47C35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C7B60-C90A-C046-90A6-1476A08B9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6A3F3-AA50-3841-8A55-ED6E9853D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E64-960F-014A-B8BB-E69E7992716E}" type="datetimeFigureOut">
              <a:rPr lang="en-US" smtClean="0"/>
              <a:t>6/2/21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FE014-3C1A-064E-B2C8-519A187C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DF68F-9FBD-4B46-A482-80765EB3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45B9-2E6E-FF4C-82DF-77B136FB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8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7FAE-29CE-D54A-B1C4-06E31AC0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0138E-BF7E-FF4E-8C44-767E48DA5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5C52E-11B1-2540-B25E-A493F2D74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A0470-D98D-D549-A841-C115E157B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E64-960F-014A-B8BB-E69E7992716E}" type="datetimeFigureOut">
              <a:rPr lang="en-US" smtClean="0"/>
              <a:t>6/2/21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44BDD-7C7C-C542-89AC-2D347A4E1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CCCD2-C6CA-C04F-A14F-6693184F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45B9-2E6E-FF4C-82DF-77B136FB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20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996C3-76A8-1944-BC1F-87E21D20D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80D4A-0164-F249-AA7A-C079E7ACE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09E43-CC50-7449-BD5D-F4C2A291D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9CFFB9-AE8E-E74C-8DD5-2C4FDF4C8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45A8DE-4401-3842-B4D3-D838618F4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50AFF-3E2A-8D4D-8145-341A0A556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E64-960F-014A-B8BB-E69E7992716E}" type="datetimeFigureOut">
              <a:rPr lang="en-US" smtClean="0"/>
              <a:t>6/2/21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008166-325B-9B4D-A8BD-3BE72719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BD996F-DDD4-F442-9721-AA0DBF04C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45B9-2E6E-FF4C-82DF-77B136FB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4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F04B7-ABCD-4642-9707-2D76E2385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89800-FF6B-5D4C-B413-38E3EDF83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E64-960F-014A-B8BB-E69E7992716E}" type="datetimeFigureOut">
              <a:rPr lang="en-US" smtClean="0"/>
              <a:t>6/2/21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F9CB5-456F-EF47-BD8C-64F1F7906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025E1-34CE-914D-96B2-2ECD9FCD9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45B9-2E6E-FF4C-82DF-77B136FB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83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86979-7182-8841-AAA0-9D8FF48D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E64-960F-014A-B8BB-E69E7992716E}" type="datetimeFigureOut">
              <a:rPr lang="en-US" smtClean="0"/>
              <a:t>6/2/21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0ACD8-AEAA-D545-8E8C-4C65DF35D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FB7D-0E5A-4347-BC38-6C7DB998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45B9-2E6E-FF4C-82DF-77B136FB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6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8586-357F-454D-8E61-0AAF331E6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D7478-8700-E44A-9EC3-34A341454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92B6F-E99F-8949-91B7-B9C5FB7A7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F0019-07B5-AF42-B751-B6B6D08A5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E64-960F-014A-B8BB-E69E7992716E}" type="datetimeFigureOut">
              <a:rPr lang="en-US" smtClean="0"/>
              <a:t>6/2/21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E2678-FDA3-2D45-9C8B-92A716676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F4AD1-1F76-CB40-BDAA-EC06EB61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45B9-2E6E-FF4C-82DF-77B136FB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75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F15E-98DD-6840-8ABB-BC5612D8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74F36D-D37F-AC47-86F3-702F7D74E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10D26-4767-A94B-8ADF-2F2659775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8F043-CB8C-9246-B8D6-CD1C9EBA4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E64-960F-014A-B8BB-E69E7992716E}" type="datetimeFigureOut">
              <a:rPr lang="en-US" smtClean="0"/>
              <a:t>6/2/21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2E087-1427-E24E-AF51-900C53DE7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C5A3A-5444-B14F-8737-C671219BC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45B9-2E6E-FF4C-82DF-77B136FB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35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AE8BD-E5CF-FA4D-BC85-D928DEF5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275A2-B371-2540-BB10-E8AA34DE3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D1B35-E53A-1F40-9C15-7D0B4D1BD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E64-960F-014A-B8BB-E69E7992716E}" type="datetimeFigureOut">
              <a:rPr lang="en-US" smtClean="0"/>
              <a:t>6/2/21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F8FDD-BEE4-734E-8F54-10E15B87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65005-350A-0646-96E1-8EE3EACE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45B9-2E6E-FF4C-82DF-77B136FB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29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68A89-8DEF-FD4E-BBCD-F8AC1C3D7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C64E6-7691-B445-8432-35E20D545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74941-B7DD-DF42-89A3-F99BDBEE0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E64-960F-014A-B8BB-E69E7992716E}" type="datetimeFigureOut">
              <a:rPr lang="en-US" smtClean="0"/>
              <a:t>6/2/21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3ABD3-159B-FC46-A3A3-0EC14108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2AD50-0AD2-D84A-A014-E1C30FB9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45B9-2E6E-FF4C-82DF-77B136FB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1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C05CDC-C09C-A74D-84CE-3D6D71DD7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C2125-3F5D-464E-8E71-265347B24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61D5B-E5F7-A141-9697-DF068F83C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DCE64-960F-014A-B8BB-E69E7992716E}" type="datetimeFigureOut">
              <a:rPr lang="en-US" smtClean="0"/>
              <a:t>6/2/21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BBAB8-6B99-4F4E-B8F6-A0BFAC430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A3439-7EA9-B94E-B416-8A81C9B3F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F45B9-2E6E-FF4C-82DF-77B136FB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4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E5FDFE5-EFA6-FD44-B9C3-96C04489267A}"/>
              </a:ext>
            </a:extLst>
          </p:cNvPr>
          <p:cNvSpPr/>
          <p:nvPr/>
        </p:nvSpPr>
        <p:spPr>
          <a:xfrm>
            <a:off x="6164400" y="1440000"/>
            <a:ext cx="2880000" cy="18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A1CBE0-C512-1949-8DEF-1179BEB8D6D0}"/>
              </a:ext>
            </a:extLst>
          </p:cNvPr>
          <p:cNvSpPr/>
          <p:nvPr/>
        </p:nvSpPr>
        <p:spPr>
          <a:xfrm>
            <a:off x="9044400" y="1440000"/>
            <a:ext cx="720000" cy="18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CD6ED2-78FE-7549-91F1-26013074055B}"/>
              </a:ext>
            </a:extLst>
          </p:cNvPr>
          <p:cNvSpPr/>
          <p:nvPr/>
        </p:nvSpPr>
        <p:spPr>
          <a:xfrm>
            <a:off x="5444400" y="1440000"/>
            <a:ext cx="720000" cy="18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D61DDE-3F94-9742-9C2B-8FB623BD73E9}"/>
              </a:ext>
            </a:extLst>
          </p:cNvPr>
          <p:cNvSpPr/>
          <p:nvPr/>
        </p:nvSpPr>
        <p:spPr>
          <a:xfrm>
            <a:off x="5444400" y="720000"/>
            <a:ext cx="432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ABA80C-6753-D64D-AB1E-D6BB57B33414}"/>
              </a:ext>
            </a:extLst>
          </p:cNvPr>
          <p:cNvSpPr/>
          <p:nvPr/>
        </p:nvSpPr>
        <p:spPr>
          <a:xfrm>
            <a:off x="5444400" y="3240000"/>
            <a:ext cx="432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FBB1A5-6EBC-3A45-B0BF-1BFBE026BBCB}"/>
              </a:ext>
            </a:extLst>
          </p:cNvPr>
          <p:cNvSpPr/>
          <p:nvPr/>
        </p:nvSpPr>
        <p:spPr>
          <a:xfrm>
            <a:off x="1440000" y="1440000"/>
            <a:ext cx="2880000" cy="18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Sub-domain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BC2CE04-6115-7645-9A5B-BD4344378B77}"/>
                  </a:ext>
                </a:extLst>
              </p:cNvPr>
              <p:cNvSpPr/>
              <p:nvPr/>
            </p:nvSpPr>
            <p:spPr>
              <a:xfrm>
                <a:off x="4320000" y="1440000"/>
                <a:ext cx="720000" cy="18000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E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boundary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BC2CE04-6115-7645-9A5B-BD4344378B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0" y="1440000"/>
                <a:ext cx="720000" cy="1800000"/>
              </a:xfrm>
              <a:prstGeom prst="rect">
                <a:avLst/>
              </a:prstGeom>
              <a:blipFill>
                <a:blip r:embed="rId2"/>
                <a:stretch>
                  <a:fillRect t="-690" b="-5517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1513362-284A-364B-87E9-7A83EFE8A20A}"/>
                  </a:ext>
                </a:extLst>
              </p:cNvPr>
              <p:cNvSpPr/>
              <p:nvPr/>
            </p:nvSpPr>
            <p:spPr>
              <a:xfrm>
                <a:off x="720000" y="1440000"/>
                <a:ext cx="720000" cy="18000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E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-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boundary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1513362-284A-364B-87E9-7A83EFE8A2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440000"/>
                <a:ext cx="720000" cy="1800000"/>
              </a:xfrm>
              <a:prstGeom prst="rect">
                <a:avLst/>
              </a:prstGeom>
              <a:blipFill>
                <a:blip r:embed="rId3"/>
                <a:stretch>
                  <a:fillRect t="-2069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9521483-3BDA-3944-995E-F50E46D31425}"/>
                  </a:ext>
                </a:extLst>
              </p:cNvPr>
              <p:cNvSpPr/>
              <p:nvPr/>
            </p:nvSpPr>
            <p:spPr>
              <a:xfrm>
                <a:off x="720000" y="720000"/>
                <a:ext cx="4320000" cy="7200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E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boundary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9521483-3BDA-3944-995E-F50E46D314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720000"/>
                <a:ext cx="4320000" cy="72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7DB9C10-5997-C24F-92CD-37CA5A7B8934}"/>
                  </a:ext>
                </a:extLst>
              </p:cNvPr>
              <p:cNvSpPr/>
              <p:nvPr/>
            </p:nvSpPr>
            <p:spPr>
              <a:xfrm>
                <a:off x="720000" y="3240000"/>
                <a:ext cx="4320000" cy="7200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E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-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boundary</a:t>
                </a: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7DB9C10-5997-C24F-92CD-37CA5A7B89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3240000"/>
                <a:ext cx="4320000" cy="720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BCEE6B-B0E6-DE41-8FF7-49CF830B1956}"/>
                  </a:ext>
                </a:extLst>
              </p:cNvPr>
              <p:cNvSpPr/>
              <p:nvPr/>
            </p:nvSpPr>
            <p:spPr>
              <a:xfrm>
                <a:off x="5444400" y="720000"/>
                <a:ext cx="4320000" cy="32400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  <a:alpha val="75000"/>
                </a:schemeClr>
              </a:solidFill>
              <a:ln w="349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E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boundary</a:t>
                </a: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BCEE6B-B0E6-DE41-8FF7-49CF830B19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400" y="720000"/>
                <a:ext cx="4320000" cy="32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49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237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Mackey</dc:creator>
  <cp:lastModifiedBy>Jonathan Mackey</cp:lastModifiedBy>
  <cp:revision>2</cp:revision>
  <dcterms:created xsi:type="dcterms:W3CDTF">2021-06-02T08:27:27Z</dcterms:created>
  <dcterms:modified xsi:type="dcterms:W3CDTF">2021-06-02T08:42:11Z</dcterms:modified>
</cp:coreProperties>
</file>